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eChallan Service Migration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Java to Go Engineering Report &amp; Guide</a:t>
            </a:r>
          </a:p>
          <a:p>
            <a:r>
              <a:t>DIGIT-OSS Ecosystem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&amp; Paradigm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Migration of DIGIT-OSS eChallan Ecosystem from Java (Spring Boot) to Go (Gin/SQLX)</a:t>
            </a:r>
          </a:p>
          <a:p>
            <a:pPr lvl="1"/>
            <a:r>
              <a:t>Microservices:</a:t>
            </a:r>
          </a:p>
          <a:p>
            <a:pPr lvl="2"/>
            <a:r>
              <a:t>eChallan-services: Core state-machine and persistence layer</a:t>
            </a:r>
          </a:p>
          <a:p>
            <a:pPr lvl="2"/>
            <a:r>
              <a:t>eChallan-calculator: Mathematical engine for tax &amp; penalties</a:t>
            </a:r>
          </a:p>
          <a:p>
            <a:pPr lvl="1"/>
            <a:r>
              <a:t>The Paradigm Shift (Upgraded Go Template):</a:t>
            </a:r>
          </a:p>
          <a:p>
            <a:pPr lvl="2"/>
            <a:r>
              <a:t>Explicit dependency injection &amp; layered routing</a:t>
            </a:r>
          </a:p>
          <a:p>
            <a:pPr lvl="2"/>
            <a:r>
              <a:t>Prevents OOM crashes &amp; scales massively via goroutines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Architectural Flow</a:t>
            </a:r>
          </a:p>
        </p:txBody>
      </p:sp>
      <p:pic>
        <p:nvPicPr>
          <p:cNvPr id="3" name="Picture 2" descr="high_leve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65435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ER Model &amp; Migrations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Replaced Hibernate (JPA) with strict explicit SQLX mapping.</a:t>
            </a:r>
          </a:p>
          <a:p>
            <a:pPr lvl="1"/>
            <a:r>
              <a:t>Key Table Mappings:</a:t>
            </a:r>
          </a:p>
          <a:p>
            <a:pPr lvl="2"/>
            <a:r>
              <a:t>Challan -&gt; eg_echallan</a:t>
            </a:r>
          </a:p>
          <a:p>
            <a:pPr lvl="2"/>
            <a:r>
              <a:t>ChallanDescription -&gt; eg_echallan_desc</a:t>
            </a:r>
          </a:p>
          <a:p>
            <a:pPr lvl="1"/>
            <a:r>
              <a:t>CRITICAL: Data Integrity Upgrade</a:t>
            </a:r>
          </a:p>
          <a:p>
            <a:pPr lvl="2"/>
            <a:r>
              <a:t>Fixed 32-bit integer overflow vulnerability in Java entity modeling</a:t>
            </a:r>
          </a:p>
          <a:p>
            <a:pPr lvl="2"/>
            <a:r>
              <a:t>Go models now explicitly map UserInfo.Id as int64</a:t>
            </a:r>
          </a:p>
          <a:p>
            <a:pPr lvl="2"/>
            <a:r>
              <a:t>Ensures stability past 2.1 billion user records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 &amp; Dependency Integration</a:t>
            </a:r>
          </a:p>
        </p:txBody>
      </p:sp>
      <p:pic>
        <p:nvPicPr>
          <p:cNvPr id="3" name="Picture 2" descr="component_dependenc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87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Asynchronous Data Flow (Kafka)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DIGIT-OSS Persister Pattern Implementation</a:t>
            </a:r>
          </a:p>
          <a:p>
            <a:pPr lvl="1"/>
            <a:r>
              <a:t>Go services produce events to Kafka, consumed by egov-persister</a:t>
            </a:r>
          </a:p>
          <a:p>
            <a:pPr lvl="1"/>
            <a:r>
              <a:t>12-Factor App Compliance:</a:t>
            </a:r>
          </a:p>
          <a:p>
            <a:pPr lvl="2"/>
            <a:r>
              <a:t>Hardcoded Kafka topics removed</a:t>
            </a:r>
          </a:p>
          <a:p>
            <a:pPr lvl="2"/>
            <a:r>
              <a:t>Dynamic injection via Environment Variables</a:t>
            </a:r>
          </a:p>
          <a:p>
            <a:pPr lvl="3"/>
            <a:r>
              <a:t>KAFKA_SAVE_CHALLAN_TOPIC, KAFKA_UPDATE_CHALLAN_TOPIC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Assurance &amp;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Migration completely certified based on UGT compliance</a:t>
            </a:r>
          </a:p>
          <a:p>
            <a:pPr lvl="1"/>
            <a:r>
              <a:t>Swap and Test Parity verified across all edge cases</a:t>
            </a:r>
          </a:p>
          <a:p>
            <a:pPr lvl="1"/>
            <a:r>
              <a:t>Code Structure aligns with strict Go layered architecture</a:t>
            </a:r>
          </a:p>
          <a:p>
            <a:pPr lvl="1"/>
            <a:r>
              <a:t>API Contracts (Swagger/Postman) auto-generated in docs/</a:t>
            </a:r>
          </a:p>
          <a:p>
            <a:pPr lvl="1"/>
            <a:r>
              <a:t>Architectural Debt Resolved</a:t>
            </a:r>
          </a:p>
          <a:p>
            <a:pPr lvl="2"/>
            <a:r>
              <a:t>Deep-copy pointer mutations patched</a:t>
            </a:r>
          </a:p>
          <a:p>
            <a:pPr lvl="2"/>
            <a:r>
              <a:t>Integer overflow boundaries secured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