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DIGIT-OSS  |  eChallan Service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8686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C00000"/>
                </a:solidFill>
              </a:rPr>
              <a:t>Modernizing the
eChallan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7889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Java to Go Architectural Migration  &amp;  Technical Debt Resolution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3364992"/>
            <a:ext cx="7772400" cy="3657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356616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</a:rPr>
              <a:t>Organisation: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3566160"/>
            <a:ext cx="6583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Centre for Digital Public Infrastructure (CDPI)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89534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</a:rPr>
              <a:t>Project: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3895344"/>
            <a:ext cx="6583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echallan-services   |   echallan-calculator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22452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</a:rPr>
              <a:t>Stack: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224528"/>
            <a:ext cx="6583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Go  .  Gin  .  SQLX  .  Docker  .  Kafka  .  PostgreSQL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55371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</a:rPr>
              <a:t>Repository: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4553712"/>
            <a:ext cx="6583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github.com/CDPI-HRSS/digit-echallan-go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88289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</a:rPr>
              <a:t>Presenter: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4882896"/>
            <a:ext cx="6583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[Your Name]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21208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</a:rPr>
              <a:t>Guide: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5212080"/>
            <a:ext cx="6583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[Guide Name]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9224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Internship Final Demonstration  | 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84280" y="651052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D9D9"/>
                </a:solidFill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00000"/>
                </a:solidFill>
              </a:rPr>
              <a:t>The DIGIT-OSS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The Platform We Worked 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24128"/>
            <a:ext cx="11640312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0"/>
            <a:ext cx="5943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1A1A1A"/>
                </a:solidFill>
              </a:rPr>
              <a:t>• DIGIT-OSS is India's open-source urban governance platform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1A1A"/>
                </a:solidFill>
              </a:rPr>
              <a:t>• Powers property tax, water billing, trade licensing &amp; municipal challans across 200+ cities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1A1A"/>
                </a:solidFill>
              </a:rPr>
              <a:t>• Built on microservices -- each domain service is independently deployable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1A1A"/>
                </a:solidFill>
              </a:rPr>
              <a:t>• Services communicate via REST APIs (synchronous) and Kafka (asynchronous persistence)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1A1A"/>
                </a:solidFill>
              </a:rPr>
              <a:t>• Why Go? DIGIT is transitioning legacy Java pods to the Upgraded Go Template (UGT):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444444"/>
                </a:solidFill>
              </a:rPr>
              <a:t>   - Reduces memory overhead by 60-80% per service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444444"/>
                </a:solidFill>
              </a:rPr>
              <a:t>   - Eliminates JVM startup lag and Out-of-Memory crash risks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444444"/>
                </a:solidFill>
              </a:rPr>
              <a:t>   - Scales concurrent throughput via lightweight goroutines (not OS threads)</a:t>
            </a:r>
          </a:p>
        </p:txBody>
      </p:sp>
      <p:pic>
        <p:nvPicPr>
          <p:cNvPr id="7" name="Picture 6" descr="digit_overvie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097280"/>
            <a:ext cx="5394960" cy="5394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92240" y="61722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444444"/>
                </a:solidFill>
              </a:rPr>
              <a:t>DIGIT-OSS Platform Ecosystem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51052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D9D9"/>
                </a:solidFill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00000"/>
                </a:solidFill>
              </a:rPr>
              <a:t>The Legacy Architecture Bottlenecks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What We Found When We Audited the Java Codebase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24128"/>
            <a:ext cx="11640312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40312" cy="310896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79576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</a:rPr>
              <a:t>Heavy Memory Footprint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0876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</a:rPr>
              <a:t>Problem: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508760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Spring Boot JVM required massive memory overhead just to idle.
Every pod consumed 400-600MB RAM at rest -- unsustainable at scale.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50876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77D22"/>
                </a:solidFill>
              </a:rPr>
              <a:t>Fix: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508760"/>
            <a:ext cx="51206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Replaced with a Go binary that starts in &lt;100ms and idles at ~20MB RAM.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490472"/>
            <a:ext cx="27432" cy="82296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404872"/>
            <a:ext cx="11640312" cy="310896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44144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</a:rPr>
              <a:t>32-bit Integer Overflow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770632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</a:rPr>
              <a:t>Problem: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770632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UserInfo.Id was typed as int (32-bit) in Java.
Systems with &gt;2.1 billion records would silently overflow and crash.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77063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77D22"/>
                </a:solidFill>
              </a:rPr>
              <a:t>Fix: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770632"/>
            <a:ext cx="51206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Migrated ALL User ID fields to int64 across domain models and DB mappers.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2752344"/>
            <a:ext cx="27432" cy="82296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666744"/>
            <a:ext cx="11640312" cy="310896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70332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</a:rPr>
              <a:t>Shallow Copy Pointer Mutation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032504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</a:rPr>
              <a:t>Problem: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032504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ToCommonUser() did u := ui.User -- a shallow copy.
Concurrent billing requests shared the same pointer, risking data corruption.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4032504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77D22"/>
                </a:solidFill>
              </a:rPr>
              <a:t>Fix: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4032504"/>
            <a:ext cx="51206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Rewrote as explicit field-by-field deep copy with make([]Role, len(...)).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4014215"/>
            <a:ext cx="27432" cy="82296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4928616"/>
            <a:ext cx="11640312" cy="310896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96519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</a:rPr>
              <a:t>Hardcoded Kafka Topics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5294376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</a:rPr>
              <a:t>Problem: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5294376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Topics like 'save-challan' hardcoded as strings.
Breaks 12-Factor App compliance -- cannot change without recompiling.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5294376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77D22"/>
                </a:solidFill>
              </a:rPr>
              <a:t>Fix: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5294376"/>
            <a:ext cx="51206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Decoupled into env vars: KAFKA_SAVE_CHALLAN_TOPIC, KAFKA_UPDATE_CHALLAN_TOPIC.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5276088"/>
            <a:ext cx="27432" cy="82296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384280" y="651052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D9D9"/>
                </a:solidFill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00000"/>
                </a:solidFill>
              </a:rPr>
              <a:t>Migration &amp; Hardening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What We Set Out to Achieve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24128"/>
            <a:ext cx="11640312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143000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1430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0000"/>
                </a:solidFill>
              </a:rPr>
              <a:t>Complete UGT Migration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63040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Port both echallan-services and echallan-calculator to Go using Gin and SQLX.
Follow the strict Upgraded Go Template (UGT) directory layout.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04872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048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0000"/>
                </a:solidFill>
              </a:rPr>
              <a:t>100% API Parity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724912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Ensure zero disruption to upstream UI and downstream service consumers.
Every endpoint, every request/response shape -- identical to the Java version.</a:t>
            </a:r>
          </a:p>
        </p:txBody>
      </p:sp>
      <p:sp>
        <p:nvSpPr>
          <p:cNvPr id="12" name="Oval 11"/>
          <p:cNvSpPr/>
          <p:nvPr/>
        </p:nvSpPr>
        <p:spPr>
          <a:xfrm>
            <a:off x="274320" y="3666744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66674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0000"/>
                </a:solidFill>
              </a:rPr>
              <a:t>Resolve Architectural Debt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86783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Eradicate the integer overflow, fix pointer mutations, and
standardize JSON serialization tags across all domain models.</a:t>
            </a:r>
          </a:p>
        </p:txBody>
      </p:sp>
      <p:sp>
        <p:nvSpPr>
          <p:cNvPr id="15" name="Oval 14"/>
          <p:cNvSpPr/>
          <p:nvPr/>
        </p:nvSpPr>
        <p:spPr>
          <a:xfrm>
            <a:off x="274320" y="4928616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92861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0000"/>
                </a:solidFill>
              </a:rPr>
              <a:t>Infrastructure Decoupling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248655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Implement dynamic environment-variable injection for Kafka topics.
Make the service fully 12-Factor App compliant.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21792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444444"/>
                </a:solidFill>
              </a:rPr>
              <a:t>Timeline: Azure VM Setup -&gt; Codebase Audit -&gt; Migration -&gt; Integration -&gt; E2E Testing -&gt; Documentation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51052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D9D9"/>
                </a:solidFill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00000"/>
                </a:solidFill>
              </a:rPr>
              <a:t>Upgraded Go Template (UGT)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Strict Layered Design -- No Magic, No Reflection, No Annotations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24128"/>
            <a:ext cx="11640312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128016"/>
            <a:ext cx="2423160" cy="347472"/>
          </a:xfrm>
          <a:prstGeom prst="ellipse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C00000"/>
                </a:solidFill>
              </a:rPr>
              <a:t>Phase 3: Implementation</a:t>
            </a:r>
          </a:p>
        </p:txBody>
      </p:sp>
      <p:pic>
        <p:nvPicPr>
          <p:cNvPr id="7" name="Picture 6" descr="high_leve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669280" cy="50712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08076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444444"/>
                </a:solidFill>
              </a:rPr>
              <a:t>Go Microservice Internal Routing &amp; Bounded Contexts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097280"/>
            <a:ext cx="5760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1A1A1A"/>
                </a:solidFill>
              </a:rPr>
              <a:t>• Project layout:  cmd/  configs/  internal/  pkg/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1A1A"/>
                </a:solidFill>
              </a:rPr>
              <a:t>• Request pipeline (no shortcuts):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444444"/>
                </a:solidFill>
              </a:rPr>
              <a:t>   - Gin Router  -&gt;  Controller  (JSON bind &amp; auth)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444444"/>
                </a:solidFill>
              </a:rPr>
              <a:t>   - -&gt;  Validator  (MDMS + location live checks)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444444"/>
                </a:solidFill>
              </a:rPr>
              <a:t>   - -&gt;  Service  (business logic + HTTP orchestration)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444444"/>
                </a:solidFill>
              </a:rPr>
              <a:t>   - -&gt;  Repository  (SQLX explicit SQL)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444444"/>
                </a:solidFill>
              </a:rPr>
              <a:t>   - -&gt;  PostgreSQL  /  Kafka Producer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1A1A"/>
                </a:solidFill>
              </a:rPr>
              <a:t>• Graceful Shutdown implemented in main.go: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444444"/>
                </a:solidFill>
              </a:rPr>
              <a:t>   - Traps OS signals: SIGINT / SIGTERM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444444"/>
                </a:solidFill>
              </a:rPr>
              <a:t>   - Drains active requests with 10-second timeout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444444"/>
                </a:solidFill>
              </a:rPr>
              <a:t>   - No payment request dropped on pod restart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1A1A"/>
                </a:solidFill>
              </a:rPr>
              <a:t>• Configuration via config.go -- all env-var driven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51052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D9D9"/>
                </a:solidFill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00000"/>
                </a:solidFill>
              </a:rPr>
              <a:t>Phase 1 -- Azure VM Infrastructure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Building the Deployment Environment Before Writing a Line of Go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24128"/>
            <a:ext cx="11640312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128016"/>
            <a:ext cx="2423160" cy="347472"/>
          </a:xfrm>
          <a:prstGeom prst="ellipse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C00000"/>
                </a:solidFill>
              </a:rPr>
              <a:t>Phase 1: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097280"/>
            <a:ext cx="5852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1A1A1A"/>
                </a:solidFill>
              </a:rPr>
              <a:t>• Azure Ubuntu VM (percy@20.244.110.170) -- SSH key-based authentication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1A1A"/>
                </a:solidFill>
              </a:rPr>
              <a:t>• Go installed at /usr/local/go/bin/go (v1.21) -- explicitly set in every build cmd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1A1A"/>
                </a:solidFill>
              </a:rPr>
              <a:t>• Docker + Docker Compose orchestrating all DIGIT dependency services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1A1A"/>
                </a:solidFill>
              </a:rPr>
              <a:t>• PostgreSQL containerized -- schema pre-seeded from DIGIT SQL migration scripts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1A1A"/>
                </a:solidFill>
              </a:rPr>
              <a:t>• Kafka + Zookeeper containerized -- Kafka Mock used during initial pipeline testing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4023360"/>
          <a:ext cx="58521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720"/>
                <a:gridCol w="1950720"/>
                <a:gridCol w="195072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Container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Port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PostgreSQL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5432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Challan data persistence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Kafka + Zookeeper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9092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Async event bus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egov-mdms-service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8094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Master data: TaxHeads, FinancialYear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egov-location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8080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Boundary / locality validation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egov-user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8081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Citizen &amp; employee user info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egov-idgen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8088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Unique ChallanNo generation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92240" y="1097280"/>
            <a:ext cx="5394960" cy="5394960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79" y="352044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44444"/>
                </a:solidFill>
              </a:rPr>
              <a:t>[Screenshot]
Screenshot: docker ps output
All 6 containers running healthy on Azure VM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51052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D9D9"/>
                </a:solidFill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00000"/>
                </a:solidFill>
              </a:rPr>
              <a:t>Microservice Dependency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6 Synchronous REST Calls Are Made Per Single Challan Creation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24128"/>
            <a:ext cx="11640312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128016"/>
            <a:ext cx="2423160" cy="347472"/>
          </a:xfrm>
          <a:prstGeom prst="ellipse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C00000"/>
                </a:solidFill>
              </a:rPr>
              <a:t>Phase 3: Integration</a:t>
            </a:r>
          </a:p>
        </p:txBody>
      </p:sp>
      <p:pic>
        <p:nvPicPr>
          <p:cNvPr id="7" name="Picture 6" descr="component_dependenc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212080" cy="245492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54406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444444"/>
                </a:solidFill>
              </a:rPr>
              <a:t>Synchronous API Orchestration Flow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715000" y="1097280"/>
          <a:ext cx="6172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</a:tblGrid>
              <a:tr h="522514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Call #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Target Service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mdms-v2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Validate financial year &amp; TaxHead master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location-service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Validate locality boundary code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idgen-service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Generate unique challanNo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user-service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Fetch citizen user info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echallan-calculator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Compute tax demand (POST /_calculate)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billing-service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Persist the demand bill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715000" y="4892040"/>
            <a:ext cx="6172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</a:rPr>
              <a:t>Async: Go service produces Kafka event  -&gt;  egov-persister writes to PostgreSQL
HTTP response returned instantly -- DB write happens in the background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55778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00000"/>
                </a:solidFill>
              </a:rPr>
              <a:t>If any of the 6 calls fails -&gt; entire request is rejected (Fail-Closed)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84280" y="651052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D9D9"/>
                </a:solidFill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00000"/>
                </a:solidFill>
              </a:rPr>
              <a:t>The Go Engineering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Every Technology Chosen for a Specific Reason -- Not Default Framework Choices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24128"/>
            <a:ext cx="11640312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97280"/>
          <a:ext cx="116128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66294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Technology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Replaces (Java)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Why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Routing / HTTP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Go + Gin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@RestController + Tomcat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Lightweight, ~10x faster startup, no JVM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Database ORM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SQLX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Hibernate / JPA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Explicit row-mapping, zero reflection overhead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Message Bus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Kafka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Spring Kafka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Async persistence, decouples HTTP from DB writes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Logging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Uber Zap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Logback / SLF4J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Structured JSON logs, no CPU bottleneck under load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Config Mgmt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os.Getenv()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@Value / properties files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12-Factor compliant, env-var driven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Containerisation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Docker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Maven WAR / JAR deploy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Environment parity across dev, staging, production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API Testing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Postman + cURL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Postman + Swagger UI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Auto-generated collection from Swagger spec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384280" y="651052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D9D9"/>
                </a:solidFill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00000"/>
                </a:solidFill>
              </a:rPr>
              <a:t>Engineering Execution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We Followed a Strict Phase-by-Phase Approach -- No Ad-Hoc Coding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24128"/>
            <a:ext cx="11640312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143000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14300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</a:rPr>
              <a:t>1. Audit &amp; Blueprinting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35608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Analyzed Java domain logic, DB schema, and all external RestTemplate calls.
Mapped every Java class, annotation, and entity to its Go UGT equivalent.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971800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7180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</a:rPr>
              <a:t>2. Infrastructure 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64408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Provisioned Azure VM. Installed Go, Docker, Docker Compose.
Brought up all 6 dependency containers and verified connectivity.</a:t>
            </a:r>
          </a:p>
        </p:txBody>
      </p:sp>
      <p:sp>
        <p:nvSpPr>
          <p:cNvPr id="12" name="Oval 11"/>
          <p:cNvSpPr/>
          <p:nvPr/>
        </p:nvSpPr>
        <p:spPr>
          <a:xfrm>
            <a:off x="274320" y="4800600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80060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</a:rPr>
              <a:t>3. Structural Wiring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093208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Created cmd/main.go entry points for both services.
Wired all dependencies explicitly: repos -&gt; services -&gt; controllers.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1097280"/>
            <a:ext cx="27432" cy="539496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126480" y="1143000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114300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</a:rPr>
              <a:t>4. Domain Migration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1435608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Ported all entities applying int64 overflow fix.
Fixed shallow-copy bug in ToCommonUser() with explicit deep copy logic.</a:t>
            </a:r>
          </a:p>
        </p:txBody>
      </p:sp>
      <p:sp>
        <p:nvSpPr>
          <p:cNvPr id="19" name="Oval 18"/>
          <p:cNvSpPr/>
          <p:nvPr/>
        </p:nvSpPr>
        <p:spPr>
          <a:xfrm>
            <a:off x="6126480" y="2971800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97180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</a:rPr>
              <a:t>5. Logic Translation &amp; 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3264408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Rebuilt boundary checks, penalty formulas, MDMS validations.
Re-linked mdms-v2, location-service, idgen-service, billing-service.</a:t>
            </a:r>
          </a:p>
        </p:txBody>
      </p:sp>
      <p:sp>
        <p:nvSpPr>
          <p:cNvPr id="22" name="Oval 21"/>
          <p:cNvSpPr/>
          <p:nvPr/>
        </p:nvSpPr>
        <p:spPr>
          <a:xfrm>
            <a:off x="6126480" y="4800600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480060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</a:rPr>
              <a:t>6. E2E Testing &amp; Documentation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093208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Deployed Go binaries to Azure VM.
Executed 9 edge-case test payloads, generated Swagger + Postman collection.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6400800"/>
            <a:ext cx="11612880" cy="0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126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44444"/>
                </a:solidFill>
              </a:rPr>
              <a:t>[Screenshot]
Screenshot: Successful Go build on Azure VM
(go build ./cmd/echallan-services)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84280" y="651052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D9D9"/>
                </a:solidFill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00000"/>
                </a:solidFill>
              </a:rPr>
              <a:t>Critical Engineering Fixes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These Were Not Simple Bugs -- They Were Architecture-Level Risks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24128"/>
            <a:ext cx="11640312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128016"/>
            <a:ext cx="2423160" cy="347472"/>
          </a:xfrm>
          <a:prstGeom prst="ellipse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C00000"/>
                </a:solidFill>
              </a:rPr>
              <a:t>Phase 4: Audit &amp; Fix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11640312" cy="310896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79576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</a:rPr>
              <a:t>Bug 1: 32-bit Integer Overflow  (UserInfo.Id)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50876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</a:rPr>
              <a:t>Problem: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508760"/>
            <a:ext cx="4663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Java used int (32-bit) for User IDs.
Systems with &gt;2.1 billion records crash silently -- a ticking time bomb.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50876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77D22"/>
                </a:solidFill>
              </a:rPr>
              <a:t>Fix: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508760"/>
            <a:ext cx="51206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Migrated ALL User ID fields to int64
across domain models &amp; DB mappers.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490472"/>
            <a:ext cx="27432" cy="82296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404872"/>
            <a:ext cx="11640312" cy="310896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44144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</a:rPr>
              <a:t>Bug 2: Shallow Copy Pointer Mutation  (ToCommonUser)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7706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</a:rPr>
              <a:t>Problem: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770632"/>
            <a:ext cx="4663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u := ui.User was a shallow copy.
Concurrent billing requests shared the same pointer -&gt; data corruption risk.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77063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77D22"/>
                </a:solidFill>
              </a:rPr>
              <a:t>Fix: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770632"/>
            <a:ext cx="51206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Explicit field-by-field deep copy.
+ make([]Role, len(...)) for all slice fields.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2752344"/>
            <a:ext cx="27432" cy="82296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666744"/>
            <a:ext cx="11640312" cy="310896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70332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</a:rPr>
              <a:t>Bug 3: Hardcoded Kafka Topics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403250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</a:rPr>
              <a:t>Problem: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032504"/>
            <a:ext cx="4663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Topics like 'save-challan' hardcoded as strings in source code.
Breaks 12-Factor compliance -- env parity impossible.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03250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77D22"/>
                </a:solidFill>
              </a:rPr>
              <a:t>Fix: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4032504"/>
            <a:ext cx="51206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Decoupled to env vars:
KAFKA_SAVE_CHALLAN_TOPIC
KAFKA_UPDATE_CHALLAN_TOPIC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4014215"/>
            <a:ext cx="27432" cy="82296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4928616"/>
            <a:ext cx="11640312" cy="310896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496519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</a:rPr>
              <a:t>Bug 4: Incorrect .gitignore Pattern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529437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</a:rPr>
              <a:t>Problem: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294376"/>
            <a:ext cx="4663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'.gitignore' entry 'echallan-calculator' (without leading /) was
silently excluding the entire cmd/echallan-calculator/ directory from Git.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529437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77D22"/>
                </a:solidFill>
              </a:rPr>
              <a:t>Fix: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5294376"/>
            <a:ext cx="51206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Fixed to '/echallan-calculator' (root-only).
cmd/main.go now correctly tracked and pushed.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5276088"/>
            <a:ext cx="27432" cy="82296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384280" y="651052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D9D9"/>
                </a:solidFill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00000"/>
                </a:solidFill>
              </a:rPr>
              <a:t>API Contract Parity: Java vs. 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100% Endpoint Parity -- Frontend Has No Idea the Backend Language Changed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24128"/>
            <a:ext cx="11640312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128016"/>
            <a:ext cx="2423160" cy="347472"/>
          </a:xfrm>
          <a:prstGeom prst="ellipse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C00000"/>
                </a:solidFill>
              </a:rPr>
              <a:t>Phase 5: API Parity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097280"/>
          <a:ext cx="116128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/>
                <a:gridCol w="2322576"/>
                <a:gridCol w="2322576"/>
                <a:gridCol w="2322576"/>
                <a:gridCol w="2322576"/>
              </a:tblGrid>
              <a:tr h="35052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Endpoint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Java (Spring Boot)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Go (Gin Router)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Port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/_create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@PostMapping("/_create")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router.POST("/_create", ctrl.Create)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8082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7D22"/>
                          </a:solidFill>
                        </a:rPr>
                        <a:t>Complete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/_search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@PostMapping("/_search")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router.POST("/_search", ctrl.Search)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8082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7D22"/>
                          </a:solidFill>
                        </a:rPr>
                        <a:t>Complete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/_update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@PostMapping("/_update")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router.POST("/_update", ctrl.Update)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8082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7D22"/>
                          </a:solidFill>
                        </a:rPr>
                        <a:t>Complete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/_calculate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@PostMapping("/_calculate")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router.POST("/_calculate", ctrl.Calc)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8078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7D22"/>
                          </a:solidFill>
                        </a:rPr>
                        <a:t>Complete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/_getbill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@PostMapping("/_getbill")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router.POST("/_getbill", ctrl.GetBill)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8078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7D22"/>
                          </a:solidFill>
                        </a:rPr>
                        <a:t>Complete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3364992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</a:rPr>
              <a:t>Sample  POST /echallan-calculator/v1/_calculate  (Postman Collection):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730752"/>
            <a:ext cx="7680960" cy="2834640"/>
          </a:xfrm>
          <a:prstGeom prst="rect">
            <a:avLst/>
          </a:prstGeom>
          <a:solidFill>
            <a:srgbClr val="F5F5F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3822191"/>
            <a:ext cx="746150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0000"/>
                </a:solidFill>
                <a:latin typeface="Courier New"/>
              </a:rPr>
              <a:t>{
  "RequestInfo": {
    "userInfo": { "id": 1, "tenantId": "pb.amritsar", "type": "EMPLOYEE" }
  },
  "CalculationCriteria": [{
    "tenantId": "pb.amritsar",
    "challan": {
      "businessService": "CHALLAN",
      "taxPeriodFrom": 1618204200000,
      "taxPeriodTo":   1649740199000,
      "amount": [{ "taxHeadCode": "CHALLAN_FEE", "amount": 1500.0 }]
    }
  }]
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3364992"/>
            <a:ext cx="3657600" cy="3200400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469087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44444"/>
                </a:solidFill>
              </a:rPr>
              <a:t>[Screenshot]
Screenshot: Postman 200 OK
on POST /_calculate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51052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D9D9"/>
                </a:solidFill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00000"/>
                </a:solidFill>
              </a:rPr>
              <a:t>Phase 6 -- E2E Testing on Azure VM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9 Test Cases Executed Against Live Go Services -- All Passed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24128"/>
            <a:ext cx="11640312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128016"/>
            <a:ext cx="2423160" cy="347472"/>
          </a:xfrm>
          <a:prstGeom prst="ellipse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C00000"/>
                </a:solidFill>
              </a:rPr>
              <a:t>Phase 6: Testing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097280"/>
          <a:ext cx="11612880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/>
                <a:gridCol w="2322576"/>
                <a:gridCol w="2322576"/>
                <a:gridCol w="2322576"/>
                <a:gridCol w="2322576"/>
              </a:tblGrid>
              <a:tr h="557784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Test Case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Input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Expected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Happy Path Create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Valid full payload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200 OK + challanNo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7D22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Missing tenantId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No tenantId in body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8B0000"/>
                          </a:solidFill>
                        </a:rPr>
                        <a:t>400 Bad Request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7D22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Invalid TaxHeadCode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'INVALID_TAX'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8B0000"/>
                          </a:solidFill>
                        </a:rPr>
                        <a:t>400 Bad Request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7D22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Bad Locality Code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Non-existent boundary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8B0000"/>
                          </a:solidFill>
                        </a:rPr>
                        <a:t>400 Bad Request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7D22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Missing Financial Year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Unmapped year in MDMS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8B0000"/>
                          </a:solidFill>
                        </a:rPr>
                        <a:t>400 Bad Request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7D22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Search by Mobile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Valid mobileNumber query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200 OK + list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7D22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Calculate Demands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Valid CalculationCriteria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200 OK + demand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7D22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DoS Large Payload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50MB+ request body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8B0000"/>
                          </a:solidFill>
                        </a:rPr>
                        <a:t>413 Too Large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7D22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Nil Nested Object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null inside amount array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8B0000"/>
                          </a:solidFill>
                        </a:rPr>
                        <a:t>400 Bad Request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7D22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384280" y="651052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D9D9"/>
                </a:solidFill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00000"/>
                </a:solidFill>
              </a:rPr>
              <a:t>Technical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What This Internship Actually Taught Us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24128"/>
            <a:ext cx="11640312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0" y="1097280"/>
            <a:ext cx="27432" cy="539496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0972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0000"/>
                </a:solidFill>
              </a:rPr>
              <a:t>Engineering Learnings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44752"/>
            <a:ext cx="5486400" cy="1828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508760"/>
            <a:ext cx="5577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1A1A1A"/>
                </a:solidFill>
              </a:rPr>
              <a:t>• Go Memory Model: Explicit pointers -- no GC surprises, no shallow-copy accidents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1A1A"/>
                </a:solidFill>
              </a:rPr>
              <a:t>• Concurrency Safety: Goroutines are cheap; shared pointers across them are dangerous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1A1A"/>
                </a:solidFill>
              </a:rPr>
              <a:t>• 12-Factor Principles: Config must be env-driven, never hardcoded in source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1A1A"/>
                </a:solidFill>
              </a:rPr>
              <a:t>• Fail-Closed Design: Validate at service boundaries -- prevents corrupt data entry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1A1A"/>
                </a:solidFill>
              </a:rPr>
              <a:t>• Microservice Debugging: 6-call chains need structured logging at every hop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1A1A"/>
                </a:solidFill>
              </a:rPr>
              <a:t>• DIGIT Persister Pattern: Kafka async writes keep HTTP fast under any DB load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1A1A"/>
                </a:solidFill>
              </a:rPr>
              <a:t>• Interface-Driven Design: Go interfaces allow mock injection without live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09728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0000"/>
                </a:solidFill>
              </a:rPr>
              <a:t>What Changed in Our Thinking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444752"/>
            <a:ext cx="5669280" cy="1828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50876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1A1A1A"/>
                </a:solidFill>
              </a:rPr>
              <a:t>• Java hides complexity -- Go forces you to understand every dependency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1A1A"/>
                </a:solidFill>
              </a:rPr>
              <a:t>• Production bugs are silent -- auditing code is as important as writing it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1A1A"/>
                </a:solidFill>
              </a:rPr>
              <a:t>• A service that fails loudly is better than one that silently corrupts data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1A1A"/>
                </a:solidFill>
              </a:rPr>
              <a:t>• Good engineering is about the decisions you make, not just the code you write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1A1A"/>
                </a:solidFill>
              </a:rPr>
              <a:t>• Enterprise microservices are 20% code and 80% orchestration, config &amp; 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144768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00000"/>
                </a:solidFill>
              </a:rPr>
              <a:t>"True engineering is identifying hidden debt and building systems that fail gracefully at scale."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51052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D9D9"/>
                </a:solidFill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00000"/>
                </a:solidFill>
              </a:rPr>
              <a:t>Future Improvements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Production-Ready Today -- Here Is What We Would Do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24128"/>
            <a:ext cx="11640312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0000"/>
                </a:solidFill>
              </a:rPr>
              <a:t>Roadmap for Scaling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44752"/>
            <a:ext cx="5486400" cy="1828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508760"/>
            <a:ext cx="5577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</a:rPr>
              <a:t>• Redis Caching for mdms-v2 master data (fetched live on every request today)</a:t>
            </a:r>
          </a:p>
          <a:p>
            <a:pPr lvl="1">
              <a:spcBef>
                <a:spcPts val="200"/>
              </a:spcBef>
            </a:pPr>
            <a:r>
              <a:rPr sz="1100">
                <a:solidFill>
                  <a:srgbClr val="444444"/>
                </a:solidFill>
              </a:rPr>
              <a:t>   - Eliminate redundant network hops on every single calculation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</a:rPr>
              <a:t>• Prometheus Metrics middleware on the Gin router</a:t>
            </a:r>
          </a:p>
          <a:p>
            <a:pPr lvl="1">
              <a:spcBef>
                <a:spcPts val="200"/>
              </a:spcBef>
            </a:pPr>
            <a:r>
              <a:rPr sz="1100">
                <a:solidFill>
                  <a:srgbClr val="444444"/>
                </a:solidFill>
              </a:rPr>
              <a:t>   - Real-time p95 / p99 endpoint latency dashboards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</a:rPr>
              <a:t>• SQLX Connection Pool tuning: SetMaxOpenConns / SetMaxIdleConns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</a:rPr>
              <a:t>• Horizontal Scaling via Kubernetes HPA</a:t>
            </a:r>
          </a:p>
          <a:p>
            <a:pPr lvl="1">
              <a:spcBef>
                <a:spcPts val="200"/>
              </a:spcBef>
            </a:pPr>
            <a:r>
              <a:rPr sz="1100">
                <a:solidFill>
                  <a:srgbClr val="444444"/>
                </a:solidFill>
              </a:rPr>
              <a:t>   - Go's ~20MB idle footprint makes this dramatically cost-effective vs Java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097280"/>
            <a:ext cx="27432" cy="530352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09728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0000"/>
                </a:solidFill>
              </a:rPr>
              <a:t>Project Conclusion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444752"/>
            <a:ext cx="5577840" cy="1828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50876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</a:rPr>
              <a:t>• Achieved: Full migration of both eChallan services to production-ready Go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</a:rPr>
              <a:t>• Delivered: Swagger spec, Postman collection, architecture docs, migration report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</a:rPr>
              <a:t>• Fixed: 4 architectural vulnerabilities that existed silently in the Java codebase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</a:rPr>
              <a:t>• Learned: How to audit, restructure, and deploy enterprise distributed systems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4480560"/>
            <a:ext cx="5669280" cy="1783080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5262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</a:rPr>
              <a:t>Final 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89204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We did not simply clone and run a repository.
We understood the architecture, identified critical flaws,
rebuilt the services in Go, and proved correctness
against 9 real edge-case test scenarios on a live VM.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84280" y="651052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D9D9"/>
                </a:solidFill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103120"/>
            <a:ext cx="121889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00000"/>
                </a:solidFill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3547872"/>
            <a:ext cx="5788152" cy="3657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3675887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1A1A"/>
                </a:solidFill>
              </a:rP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407408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Centre for Digital Public Infrastructure (CDPI)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828032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github.com/CDPI-HRSS/digit-echallan-go   |   Branch: feature/updated-go-echallan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21208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docs/echallan-swagger.yaml   |   docs/echallan-postman-collection.json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51052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D9D9"/>
                </a:solidFill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