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DIGIT-OSS  |  eChallan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00000"/>
                </a:solidFill>
              </a:rPr>
              <a:t>Modernizing the
eChallan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834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Java to Go Architectural Migration  |  Audit, Deployment &amp;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429000"/>
            <a:ext cx="7772400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36576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Organisation: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365760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Centre for Digital Public Infrastructure (CDPI)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0050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Project: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400507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echallan-services   |   echallan-calculator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3525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Stack: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35254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Go  .  Gin  .  SQLX  .  Docker  .  Kafka  . 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7000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Repository: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70001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github.com/CDPI-HRSS/digit-echallan-go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0474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Presenter: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04748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[Your Name]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394959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Guide: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394959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[Guide Name]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Internship Final Demonstration  | 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About CDPI &amp; DIGIT-OSS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The Platform We Worked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943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DIGIT-OSS is India's open-source urban governance platform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Powers property tax, water billing, trade licensing &amp; municipal challans across 200+ cities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Built on microservices — each domain service is independently deployable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Services communicate via REST APIs (synchronous) and Kafka (asynchronous persistence)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The Upgraded Go Template (UGT) is CDPI's initiative to migrate Java Spring Boot pods to Go: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Reduces memory overhead by 60-80% per service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Eliminates JVM startup lag and Out-of-Memory crash risks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Scales concurrent throughput via lightweight goroutines (not OS threads)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097280"/>
            <a:ext cx="5394960" cy="53949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3520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44"/>
                </a:solidFill>
              </a:rPr>
              <a:t>[Screenshot]
DIGIT Macro-Architecture Diagram
(API Gateway -&gt; Domain Services -&gt; Databases)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Project Context: The eChallan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Scope, Responsibilities &amp; Migration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1612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eChallan is the enforcement &amp; fine management system for DIGIT municipalities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A field officer identifies a violation -&gt; raises a challan (fine) against a citizen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Challan flows through a lifecycle: Demand -&gt; Payment -&gt; Receipt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Both services were written in Java Spring Boot with JVM overhead &amp; hidden data bugs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Mission: Migrate both services to Go with zero API contract breakage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Fix all architectural debt discovered during migration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840480"/>
          <a:ext cx="11612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Port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Responsibility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Migration 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echallan-services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8082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Challan lifecycle: create, search, update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echallan-calculator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8078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Tax computation, penalty &amp; rebate engine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5778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Lifecycle:  Officer raises challan  -&gt;  System validates  -&gt;  Demand created  -&gt;  Citizen pays  -&gt;  Receipt generated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Phase 1 — Azure VM 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Building the Foundation Before Writing a Single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28016"/>
            <a:ext cx="21945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1: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5852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Azure Ubuntu VM (percy@20.244.110.170) -- SSH key-based authentication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Go installed at /usr/local/go/bin/go (v1.21) -- path explicitly set in every build command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Docker + Docker Compose for orchestrating all DIGIT dependency services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PostgreSQL containerized -- schema pre-seeded from DIGIT SQL migration scripts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Kafka + Zookeeper containerized -- initial tests used a Kafka Mock in producer.go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4114800"/>
          <a:ext cx="5852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352697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Container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Port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PostgreSQL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5432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Challan data persistence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Kafka + Zookeeper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9092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Async event bus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egov-mdms-service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8094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Master data: TaxHeads, FinancialYear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egov-location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8080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Boundary / locality validation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egov-user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8081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Citizen &amp; employee info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egov-idgen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8088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Unique ChallanNo generation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92240" y="1097280"/>
            <a:ext cx="5394960" cy="548640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35661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44"/>
                </a:solidFill>
              </a:rPr>
              <a:t>[Screenshot]
Screenshot: docker ps
All 6 containers running healthy on Azure 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Phase 2 — Understanding the Java 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Mapping Every Java Pattern to Its Go Equivalent Before Touching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28016"/>
            <a:ext cx="21945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2: Analysis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097280"/>
          <a:ext cx="58521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Java Concept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Go Equivalent (UGT)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@RestController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gin.Context handler function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@Service (interface)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Interface + struct impl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@Repository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sqlx.DB with explicit query functions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@Autowired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Constructor injection via New...()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application.properties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configs/config.go via os.Getenv()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@Value("${kafka.topic}")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KAFKA_SAVE_CHALLAN_TOPIC env var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Hibernate JPA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SQLX -- explicit row-mapper functions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RestTemplate (HTTP)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net/http client with explicit error handling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09728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Cloned Java repo and traced every RestTemplate call to map external dependencies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Identified 6 downstream service calls per challan creation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Mapped all DB entities to Go structs and PostgreSQL tables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Key insight: Java uses reflection &amp; annotations to hide complexity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Go forces you to be explicit -- every dependency wired by hand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This makes production debugging dramatically easier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Phase 3 — Implementing the UGT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Strict Layered Design -- No Magic, No Reflection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28016"/>
            <a:ext cx="21945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3: Implementation</a:t>
            </a:r>
          </a:p>
        </p:txBody>
      </p:sp>
      <p:pic>
        <p:nvPicPr>
          <p:cNvPr id="7" name="Picture 6" descr="high_lev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5071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09728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Project layout:  cmd/  -&gt;  configs/  -&gt;  internal/  -&gt;  pkg/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Every request follows a fixed pipeline -- no shortcuts: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Gin Router  -&gt;  Controller (JSON bind)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-&gt;  Validator (MDMS + location checks)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-&gt;  Service (business logic + HTTP calls)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-&gt;  Repository (SQLX SQL queries)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-&gt;  PostgreSQL / Kafka Producer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Graceful Shutdown implemented in main.go: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Traps SIGINT / SIGTERM OS signals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Drains active requests with 10-second timeout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No payment request is dropped on restart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Phase 3 -- Multi-Service Dependency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6 Synchronous REST Calls Per Single Challan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28016"/>
            <a:ext cx="21945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3: Integration</a:t>
            </a:r>
          </a:p>
        </p:txBody>
      </p:sp>
      <p:pic>
        <p:nvPicPr>
          <p:cNvPr id="7" name="Picture 6" descr="component_dependen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303520" cy="249799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06440" y="1097280"/>
          <a:ext cx="60807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920"/>
                <a:gridCol w="2026920"/>
                <a:gridCol w="202692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Call #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Target Service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mdms-v2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Validate financial year &amp; TaxHead master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location-service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Validate locality boundary code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idgen-service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Generate unique challanNo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user-service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Fetch citizen user info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echallan-calculator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Compute tax demand (POST /_calculate)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billing-service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Persist the demand bill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06440" y="4892040"/>
            <a:ext cx="6080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0000"/>
                </a:solidFill>
              </a:rPr>
              <a:t>If any of these 6 calls fails -&gt; the entire create request fails (Fail-Closed design)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Phase 4 -- Audit: 3 Critical Bugs Found &amp;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The Migration Was Not Just a Port -- It Was a Stability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28016"/>
            <a:ext cx="21945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4: Audit &amp; Fix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40312" cy="347472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Bug 1: 32-bit Integer Overflow  (UserInfo.Id)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Problem: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5544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int (32-bit) in Java -&gt; crashes above 2.1 billion user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7D22"/>
                </a:solidFill>
              </a:rPr>
              <a:t>Fix: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5544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Migrated ALL User ID fields to int64 across domain models &amp; DB mappers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27048"/>
            <a:ext cx="27432" cy="8686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715768"/>
            <a:ext cx="11640312" cy="347472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761487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Bug 2: Shallow Copy Pointer Mutation  (ToCommonUser)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272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Problem: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127248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u := ui.User was a shallow copy -&gt; concurrent requests shared pointer
-&gt; Potential billing data corruption under concurrent 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27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7D22"/>
                </a:solidFill>
              </a:rPr>
              <a:t>Fix: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127248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Rewrote as explicit field-by-field deep copy
+ make([]Role, len(...)) for all slice 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099815"/>
            <a:ext cx="27432" cy="8686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288536"/>
            <a:ext cx="11640312" cy="347472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34255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Bug 3: Hardcoded Kafka Topics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7000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Problem: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00016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Topics like 'save-challan' hardcoded -&gt; breaks 12-Factor App compliance
-&gt; Cannot change topics without recompiling the binary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000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7D22"/>
                </a:solidFill>
              </a:rPr>
              <a:t>Fix: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700016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Decoupled into environment variables:
KAFKA_SAVE_CHALLAN_TOPIC, KAFKA_UPDATE_CHALLAN_TOPIC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672583"/>
            <a:ext cx="27432" cy="8686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2636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</a:rPr>
              <a:t>All three fixes committed to  feature/updated-go-echallan  and verified on Azure VM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Phase 5 -- API Contracts: Java vs.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100% Endpoint Parity -- Frontend Has No Idea the Backend Changed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28016"/>
            <a:ext cx="21945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5: API Parity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097280"/>
          <a:ext cx="11612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Java (Spring Boot)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Go (Gin Router)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Port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/_create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@PostMapping("/_create")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router.POST("/_create", ctrl.Create)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8082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/_search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@PostMapping("/_search")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router.POST("/_search", ctrl.Search)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8082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/_update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@PostMapping("/_update")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router.POST("/_update", ctrl.Update)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8082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/_calculate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@PostMapping("/_calculate")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router.POST("/_calculate", ctrl.Calc)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8078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/_getbill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@PostMapping("/_getbill")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router.POST("/_getbill", ctrl.GetBill)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8078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3383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Sample  POST /_create  Request (from Postman Collection):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749039"/>
            <a:ext cx="7680960" cy="274320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840479"/>
            <a:ext cx="74615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0000"/>
                </a:solidFill>
                <a:latin typeface="Courier New"/>
              </a:rPr>
              <a:t>{
  "RequestInfo": {
    "authToken": "e1bb30fb-96bc-...",
    "userInfo": { "id": 1, "tenantId": "pb.amritsar", "type": "EMPLOYEE" }
  },
  "Challan": {
    "tenantId": "pb.amritsar",  "businessService": "CHALLAN",
    "taxPeriodFrom": 1618204200000,  "taxPeriodTo": 1649740199000,
    "amount": [{ "taxHeadCode": "CHALLAN_FEE", "amount": 1500.0 }],
    "address": { "locality": { "code": "SUN11" } }
  }
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383280"/>
            <a:ext cx="3657600" cy="310896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4444"/>
                </a:solidFill>
              </a:rPr>
              <a:t>[Screenshot]
Screenshot: Postman showing 200 OK on POST /_create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Phase 5 -- Validator: Fail-Closed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Every Request Is Validated Against Live Services Before Reaching Business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28016"/>
            <a:ext cx="21945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5: Validation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09728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Validation Check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Source of Truth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Failure Response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Financial Year existence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mdms-v2 -&gt; EGF-Master -&gt; FinancialYear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8B0000"/>
                          </a:solidFill>
                        </a:rPr>
                        <a:t>400 -- Invalid Financial Year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Locality boundary code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location-service -&gt; boundary lookup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8B0000"/>
                          </a:solidFill>
                        </a:rPr>
                        <a:t>400 -- Invalid Locality Code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TaxHead code validity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mdms-v2 -&gt; BillingService -&gt; TaxHeadMaster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8B0000"/>
                          </a:solidFill>
                        </a:rPr>
                        <a:t>400 -- Invalid TaxHeadCode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Mandatory fields (tenantId)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Internal struct nil-check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8B0000"/>
                          </a:solidFill>
                        </a:rPr>
                        <a:t>400 -- Missing required field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Nil nested objects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Go panic recovery middleware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8B0000"/>
                          </a:solidFill>
                        </a:rPr>
                        <a:t>400 -- Safely caught &amp; returned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Why Fail-Closed?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553712"/>
            <a:ext cx="45720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617720"/>
            <a:ext cx="11612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A challan referencing a non-existent Financial Year is legally meaningless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A challan with an invalid locality cannot be assigned to a ward officer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Allowing dirty data into the system corrupts demand bills and payment records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The validator acts as a firewall -- clean data in, clean data persisted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Phase 6 -- E2E Testing on Azure 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9 Test Cases Executed Against Live Go Services -- All Passed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28016"/>
            <a:ext cx="21945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6: Testing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097280"/>
          <a:ext cx="116128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Happy Path Create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Valid full payload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200 OK + challanNo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Missing tenantId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No tenantId in body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8B0000"/>
                          </a:solidFill>
                        </a:rPr>
                        <a:t>400 Bad Request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Invalid TaxHeadCode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'INVALID_TAX'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8B0000"/>
                          </a:solidFill>
                        </a:rPr>
                        <a:t>400 Bad Request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Bad Locality Code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Non-existent boundary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8B0000"/>
                          </a:solidFill>
                        </a:rPr>
                        <a:t>400 Bad Request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Missing Financial Year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Unmapped year in MDMS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8B0000"/>
                          </a:solidFill>
                        </a:rPr>
                        <a:t>400 Bad Request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Search by Mobile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Valid mobileNumber query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200 OK + list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Calculate Demands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Valid CalculationCriteria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200 OK + demand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DoS Large Payload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50MB+ request body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8B0000"/>
                          </a:solidFill>
                        </a:rPr>
                        <a:t>413 Too Large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Nil Nested Object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null inside amount array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8B0000"/>
                          </a:solidFill>
                        </a:rPr>
                        <a:t>400 Bad Request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77D22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Phase 6 -- Asynchronous Persistence (DIGIT Persister Pattern)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Services Never Write to DB Directly -- Kafka Decouples HTTP from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28016"/>
            <a:ext cx="21945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6: Kafka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DIGIT's event-driven model: Go service publishes a Kafka event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egov-persister consumes the event and writes to PostgreSQL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HTTP response returned instantly -- DB write happens in background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12-Factor Compliance: All Kafka topic names are environment variables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KAFKA_SAVE_CHALLAN_TOPIC   -&gt; save-challan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KAFKA_UPDATE_CHALLAN_TOPIC -&gt; update-challan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KAFKA_PAYMENT_UPDATE_TOPIC -&gt; payment-create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</a:rPr>
              <a:t>• During testing: Kafka Mock in producer.go simulated message production</a:t>
            </a:r>
          </a:p>
          <a:p>
            <a:pPr lvl="1">
              <a:spcBef>
                <a:spcPts val="200"/>
              </a:spcBef>
            </a:pPr>
            <a:r>
              <a:rPr sz="1200">
                <a:solidFill>
                  <a:srgbClr val="444444"/>
                </a:solidFill>
              </a:rPr>
              <a:t>   - Enabled full HTTP pipeline testing without a live broker on the 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097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Async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444752"/>
            <a:ext cx="512064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1508760"/>
            <a:ext cx="5120640" cy="283464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600200"/>
            <a:ext cx="4901183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B0000"/>
                </a:solidFill>
                <a:latin typeface="Courier New"/>
              </a:rPr>
              <a:t>Go Service
    |
    v  (Kafka Produce)
Kafka: save-challan
    |
    v  (Consumer)
egov-persister
    |
    v  (SQL INSERT)
PostgreSQL: eg_echallan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480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Mock Producer (used during VM testing):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4846320"/>
            <a:ext cx="512064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4937759"/>
            <a:ext cx="4901183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B0000"/>
                </a:solidFill>
                <a:latin typeface="Courier New"/>
              </a:rPr>
              <a:t>func (p *Producer) Push(
  topic string, v interface{}) {
  // Mock: log only, no broker
  log.Printf("[MOCK] %s", topic)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Phase 7 -- Documentation &amp; Final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Everything Committed to GitHub on  feature/updated-go-echallan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128016"/>
            <a:ext cx="2194560" cy="347472"/>
          </a:xfrm>
          <a:prstGeom prst="ellipse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C00000"/>
                </a:solidFill>
              </a:rPr>
              <a:t>Phase 7: Deliverables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097280"/>
          <a:ext cx="116128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File Location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OpenAPI 3.0 Spec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docs/echallan-swagger.yaml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Swagger UI / API portal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Postman Collection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docs/echallan-postman-collection.json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Import &amp; test APIs instantly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Architecture PNG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docs/high_level_architecture.png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UGT internal routing diagram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Dependency PNG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docs/component_dependencies.png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Cross-service orchestration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Migration Report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docs/final_migration_report.md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Engineering handover document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Go Source -- Services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echallan-services/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Production-ready Go service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Go Source -- Calc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echallan-calculator/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</a:rPr>
                        <a:t>Production-ready Go calculator</a:t>
                      </a:r>
                    </a:p>
                  </a:txBody>
                  <a:tcPr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4663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Postman Collection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010912"/>
            <a:ext cx="50292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5074920"/>
            <a:ext cx="11612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Create Challan  -- Full payload with MDMS-valid TaxHead codes (Port 8082)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Search Challan  -- Parameterised by tenantId + mobileNumber (Port 8082)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Calculate Demands  -- With CalculationCriteria structure (Port 8078)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</a:rPr>
              <a:t>Key Learnings &amp;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What This Internship Actually Taught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2743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1097280"/>
            <a:ext cx="27432" cy="5303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Technical Learnings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548640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Go Memory Model: Explicit pointers -- no GC surprises, no shallow-copy accidents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Concurrency Safety: Goroutines are cheap; shared pointers across them are dangerous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12-Factor Principles: Config must be env-driven, never hardcoded in source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Fail-Closed Design: Validate at boundaries -- prevents corrupt data propagation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Microservice Debugging: 6-call chains need structured logging and tracing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DIGIT Persister Pattern: Kafka async writes keep HTTP fast under DB load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Interface-Driven Design: Go interfaces allow mock injection without live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972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Future Improvements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44752"/>
            <a:ext cx="5669280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0876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Redis Caching for mdms-v2 master data (fetched on every request currently)</a:t>
            </a:r>
          </a:p>
          <a:p>
            <a:pPr lvl="1"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   - Eliminate redundant network hops on every calculation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Prometheus Metrics middleware on the Gin router</a:t>
            </a:r>
          </a:p>
          <a:p>
            <a:pPr lvl="1"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   - Real-time p95/p99 endpoint latency tracking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SQLX Connection Pool tuning for peak load</a:t>
            </a:r>
          </a:p>
          <a:p>
            <a:pPr lvl="1"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   - SetMaxOpenConns / SetMaxIdleConns configuration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1A"/>
                </a:solidFill>
              </a:rPr>
              <a:t>• Horizontal Scaling via Kubernetes HPA</a:t>
            </a:r>
          </a:p>
          <a:p>
            <a:pPr lvl="1"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   - Go's low memory footprint makes this cost-effective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1264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00000"/>
                </a:solidFill>
              </a:rPr>
              <a:t>"True software engineering is identifying hidden debt and designing systems that fail gracefully at scale."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C00000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520440"/>
            <a:ext cx="5788152" cy="3657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A1A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4444"/>
                </a:solidFill>
              </a:rPr>
              <a:t>Centre for Digital Public Infrastructure (CDPI)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github.com/CDPI-HRSS/digit-echallan-go   |   Branch: feature/updated-go-echallan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2578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docs/echallan-swagger.yaml   |   docs/echallan-postman-collection.json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0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9D9D9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