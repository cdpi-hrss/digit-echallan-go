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Modernizing the eChallan Ecosystem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DIGIT-OSS Java to Go Architectural Migration</a:t>
            </a:r>
          </a:p>
          <a:p>
            <a:r>
              <a:t>Centre for Digital Public Infrastructure (CDPI)</a:t>
            </a:r>
          </a:p>
          <a:p>
            <a:r>
              <a:t>Internship Final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DIGIT-OSS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 Platform: Open-source civic tech platform powering municipal governance.</a:t>
            </a:r>
          </a:p>
          <a:p>
            <a:pPr/>
            <a:r>
              <a:t>Microservices Architecture: Highly decoupled, domain-driven services.</a:t>
            </a:r>
          </a:p>
          <a:p>
            <a:pPr/>
            <a:r>
              <a:t>Why Go? Transitioning to Upgraded Go Template (UGT) to reduce cloud costs.</a:t>
            </a:r>
          </a:p>
          <a:p>
            <a:pPr/>
            <a:r>
              <a:t>Massively scales throughput while avoiding Out of Memory (OOM) crashes.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Legacy Architecture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Heavy Memory Footprint: Spring Boot JVM required massive memory overhead.</a:t>
            </a:r>
          </a:p>
          <a:p>
            <a:pPr/>
            <a:r>
              <a:t>Data Integrity Risks: 32-bit integer overflow vulnerability in UserInfo.Id.</a:t>
            </a:r>
          </a:p>
          <a:p>
            <a:pPr/>
            <a:r>
              <a:t>Pointer Mutation: Shallow-copy issues caused cross-request data bleed.</a:t>
            </a:r>
          </a:p>
          <a:p>
            <a:pPr/>
            <a:r>
              <a:t>Hardcoded Infrastructure: Kafka topics were hardcoded (Non-12-Factor compliant).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&amp; Hardening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UGT Migration: Port echallan-services and calculator to Go.</a:t>
            </a:r>
          </a:p>
          <a:p>
            <a:pPr/>
            <a:r>
              <a:t>100% API Parity: Zero disruption to upstream UI and downstream consumers.</a:t>
            </a:r>
          </a:p>
          <a:p>
            <a:pPr/>
            <a:r>
              <a:t>Resolve Architectural Debt: Fix integer overflows and pointer mutations.</a:t>
            </a:r>
          </a:p>
          <a:p>
            <a:pPr/>
            <a:r>
              <a:t>Infrastructure Decoupling: Implement dynamic env-variable injection for Kafka.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Upgraded Go Template (UGT) Architecture</a:t>
            </a:r>
          </a:p>
        </p:txBody>
      </p:sp>
      <p:pic>
        <p:nvPicPr>
          <p:cNvPr id="3" name="Picture 2" descr="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543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 Dependency Orchestration</a:t>
            </a:r>
          </a:p>
        </p:txBody>
      </p:sp>
      <p:pic>
        <p:nvPicPr>
          <p:cNvPr id="3" name="Picture 2" descr="component_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87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 Engineering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Routing / HTTP: Go + Gin (High-performance transport)</a:t>
            </a:r>
          </a:p>
          <a:p>
            <a:pPr/>
            <a:r>
              <a:t>Database ORM: SQLX (Explicit row-mapping, zero reflection overhead)</a:t>
            </a:r>
          </a:p>
          <a:p>
            <a:pPr/>
            <a:r>
              <a:t>Message Bus: Kafka (Asynchronous event-driven persistence)</a:t>
            </a:r>
          </a:p>
          <a:p>
            <a:pPr/>
            <a:r>
              <a:t>Logging: Uber Zap (High-throughput structured JSON logging)</a:t>
            </a:r>
          </a:p>
          <a:p>
            <a:pPr/>
            <a:r>
              <a:t>Deployment: Docker (Containerization &amp; environment parity)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Execution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&amp; Blueprinting: Analyzed Java domain logic &amp; database schema.</a:t>
            </a:r>
          </a:p>
          <a:p>
            <a:pPr/>
            <a:r>
              <a:t>Structural Wiring: Created cmd/main.go, configs, and dependencies.</a:t>
            </a:r>
          </a:p>
          <a:p>
            <a:pPr/>
            <a:r>
              <a:t>Domain Migration: Ported entities, applying int64 overflow fixes.</a:t>
            </a:r>
          </a:p>
          <a:p>
            <a:pPr/>
            <a:r>
              <a:t>Logic Translation: Rebuilt penalty formulas and validations.</a:t>
            </a:r>
          </a:p>
          <a:p>
            <a:pPr/>
            <a:r>
              <a:t>Integration: Re-linked mdms-v2 master data lookups.</a:t>
            </a:r>
          </a:p>
          <a:p>
            <a:pPr/>
            <a:r>
              <a:t>E2E Testing: Executed edge-case payloads via Postman against a live VM.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Engineering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32-bit Integer Overflow in User ID.</a:t>
            </a:r>
          </a:p>
          <a:p>
            <a:pPr/>
            <a:r>
              <a:t>Solution: Structurally migrated UserInfo.Id to int64 across models/DB.</a:t>
            </a:r>
          </a:p>
          <a:p>
            <a:pPr/>
            <a:r>
              <a:t>Problem: Shallow-copy object mutations during concurrent calculation.</a:t>
            </a:r>
          </a:p>
          <a:p>
            <a:pPr/>
            <a:r>
              <a:t>Solution: Implemented explicit deep-copy logic inside ToCommonUser().</a:t>
            </a:r>
          </a:p>
          <a:p>
            <a:pPr/>
            <a:r>
              <a:t>Problem: Ignored directories failing to push to Git.</a:t>
            </a:r>
          </a:p>
          <a:p>
            <a:pPr/>
            <a:r>
              <a:t>Solution: Corrected overly aggressive .gitignore regex 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Contract Parity (Calculator)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Endpoint: POST /echallan-calculator/v1/_calculate</a:t>
            </a:r>
          </a:p>
          <a:p>
            <a:pPr/>
            <a:r>
              <a:t>Purpose: Computes tax heads, late penalties, and early rebates.</a:t>
            </a:r>
          </a:p>
          <a:p>
            <a:pPr/>
            <a:r>
              <a:t>Failover Logic: Validates taxHeadCode against mdms-v2.</a:t>
            </a:r>
          </a:p>
          <a:p>
            <a:pPr/>
            <a:r>
              <a:t>Safely blocks invalid payloads with 400 Bad Request.</a:t>
            </a:r>
          </a:p>
          <a:p>
            <a:pPr/>
            <a:r>
              <a:t>Protects against DoS with 413 Payload Too Large limits.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 the Go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Graceful Shutdown: main.go listens for OS signals (SIGINT/SIGTERM).</a:t>
            </a:r>
          </a:p>
          <a:p>
            <a:pPr/>
            <a:r>
              <a:t>Drains active HTTP requests before exiting cleanly.</a:t>
            </a:r>
          </a:p>
          <a:p>
            <a:pPr/>
            <a:r>
              <a:t>Configuration: config.go maps environment variables dynamically.</a:t>
            </a:r>
          </a:p>
          <a:p>
            <a:pPr/>
            <a:r>
              <a:t>Validation Layer: challan_validator.go isolates business rules from HTTP.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 Concurrency: Understanding lightweight goroutines vs. heavy Java threads.</a:t>
            </a:r>
          </a:p>
          <a:p>
            <a:pPr/>
            <a:r>
              <a:t>Pointers &amp; Memory: Explicit memory management prevents shallow-copy bugs.</a:t>
            </a:r>
          </a:p>
          <a:p>
            <a:pPr/>
            <a:r>
              <a:t>12-Factor Methodology: Configuration must live in the environment.</a:t>
            </a:r>
          </a:p>
          <a:p>
            <a:pPr/>
            <a:r>
              <a:t>API Orchestration: How microservices safely degrade or fail-closed.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for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Caching: Implement Redis for mdms-v2 lookups to reduce network hops.</a:t>
            </a:r>
          </a:p>
          <a:p>
            <a:pPr/>
            <a:r>
              <a:t>Connection Pooling: Optimize SQLX pools for high-traffic municipal instances.</a:t>
            </a:r>
          </a:p>
          <a:p>
            <a:pPr/>
            <a:r>
              <a:t>Metrics: Integrate Prometheus middleware for real-time latency tracking.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Achieved: Full migration of the eChallan ecosystem to Go.</a:t>
            </a:r>
          </a:p>
          <a:p>
            <a:pPr/>
            <a:r>
              <a:t>Learned: How to audit, restructure, and deploy production distributed systems.</a:t>
            </a:r>
          </a:p>
          <a:p>
            <a:pPr/>
            <a:r>
              <a:t>Takeaway: True software engineering is identifying technical debt and designing systems that fail gracefully at scale.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Centre for Digital Public Infrastructure (CDPI)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