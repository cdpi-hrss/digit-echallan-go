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eChallan Service Migration: Java to Go Engineering Report &amp;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Modern, Clean, Technical Theme</a:t>
            </a:r>
          </a:p>
          <a:p>
            <a:r>
              <a:t>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Overview &amp; Paradigm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We migrated the DIGIT-OSS eChallan Ecosystem from legacy Java (Spring Boot) to a modern Go (Gin/SQLX) stack.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The ecosystem consists of two unified microservices: 'eChallan-services' (core state-machine and persistence layer) and 'eChallan-calculator' (mathematical engine for tax, penalty, and rebates).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The Paradigm Shift: We replaced Java's annotation-heavy "magic" with the explicit, layered Upgraded Go Template (UGT).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The Result: Massively reduced memory footprint, elimination of OOM (Out of Memory) crashes, and high concurrent throughput via lightweight goroutines.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High-Level Architectural Flow &amp; Separation of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The new architecture strictly enforces explicit dependency injection and interface-driven bounded contexts.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Requests follow a strict downward flow: API Gateway -&gt; Go Gin Router (Transport Layer) -&gt; Controllers -&gt; Services (Domain Logic) -&gt; Repositories (PostgreSQL &amp; Kafka).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Database ER Model &amp; Translations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We transitioned from Java's Hibernate (JPA) to highly explicit Go 'sqlx' mapping and explicit rowmapper functions. This ensures zero reflection-based performance hits.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Entity Translations mapped to PostgreSQL: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Challan -&gt; eg_echallan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ChallanDescription -&gt; eg_echallan_desc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FileStore -&gt; eg_echallan_filestoreid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Receipt -&gt; eg_echallan_receipt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Asynchronous Data Flow &amp;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Implementation of the DIGIT-OSS "Persister Pattern".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Go services produce events to Kafka, which are later consumed by the 'egov-persister' to persist data asynchronously.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Key Topic Parity established for downstream consumers: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Action: Create Challan -&gt; Topic: egov.echallan.create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Action: Update Challan -&gt; Topic: egov.echallan.update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Action: Payment Update -&gt; Topic: egov.collection.payment-create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API Contracts &amp; Endpoint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Maintained a strict running matrix of all endpoints to ensure zero APIs were orphaned during migration.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Spring Boot @PostMapping endpoints were explicitly mapped to Gin router.POST.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Endpoints migrated successfully: /_create, /_search, /_update, /_calculate, and /_getbill.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Domain Logic &amp;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Formula Implementations: Strict boundary checks applied for late payment penalties and early payment rebates based on taxPeriodFrom and taxPeriodTo timestamps in the payload.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MDMS Integrations: Dynamically queries mdms-v2 to fetch specific taxHeadMaster criteria, failing over cleanly if master data is misconfigured.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API Edge Cases &amp;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Nil pointers nested inside array objects are caught safely by Go panic recovery and the validator layer, returning a clean 400 Bad Request instead of crashing the server (500 Internal Server Error).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DoS Protection: Extremely large upstream JSON payloads are explicitly blocked via io.LimitReader (10MB cap) to prevent OOM exceptions.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Date constraints that are conflicting or missing safely return a 200 OK with an empty array.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Quality Assurance &amp; Final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"Swap and Test" parity verified against legacy Java pods.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Code Structure compliance strictly adheres to Go layered architecture (cmd/, configs/, internal/, pkg/).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API Contracts updated and verified using Postman collections present in both microservices.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CI/CD Pipeline enforced using GitHub Actions (golangci.yml linting, go.work workspaces, and global Makefiles).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Migration Certified 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