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eChallan Service Migration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Java to Go Engineering Report &amp; Guide</a:t>
            </a:r>
          </a:p>
          <a:p/>
          <a:p>
            <a:r>
              <a:t>DIGIT-OSS eChallan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Overview &amp;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Migration from Java (Spring Boot) to Go (Gin/SQLX)</a:t>
            </a:r>
          </a:p>
          <a:p>
            <a:pPr>
              <a:defRPr sz="2000"/>
            </a:pPr>
            <a:r>
              <a:t>Two unified microservices in a single repository:</a:t>
            </a:r>
          </a:p>
          <a:p>
            <a:pPr lvl="1">
              <a:defRPr sz="1800"/>
            </a:pPr>
            <a:r>
              <a:t>eChallan-services: Core state-machine and persistence layer</a:t>
            </a:r>
          </a:p>
          <a:p>
            <a:pPr lvl="1">
              <a:defRPr sz="1800"/>
            </a:pPr>
            <a:r>
              <a:t>eChallan-calculator: Mathematical engine for tax, penalty, and rebates</a:t>
            </a:r>
          </a:p>
          <a:p>
            <a:pPr>
              <a:defRPr sz="2000"/>
            </a:pPr>
            <a:r>
              <a:t>The Paradigm Shift:</a:t>
            </a:r>
          </a:p>
          <a:p>
            <a:pPr lvl="1">
              <a:defRPr sz="1800"/>
            </a:pPr>
            <a:r>
              <a:t>Replacing Java's annotation-heavy 'magic' with the explicit Upgraded Go Template (UGT)</a:t>
            </a:r>
          </a:p>
          <a:p>
            <a:pPr lvl="1">
              <a:defRPr sz="1800"/>
            </a:pPr>
            <a:r>
              <a:t>Enforces explicit dependency injection and interface-driven bounded contexts</a:t>
            </a:r>
          </a:p>
          <a:p>
            <a:pPr lvl="1">
              <a:defRPr sz="1800"/>
            </a:pPr>
            <a:r>
              <a:t>Reduces memory footprint, prevents OOM crashes, scales via goroutines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High-Level Architectural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Strict separation of concerns across the microservice</a:t>
            </a:r>
          </a:p>
          <a:p>
            <a:pPr>
              <a:defRPr sz="2000"/>
            </a:pPr>
            <a:r>
              <a:t>Requests follow an explicit downward flow:</a:t>
            </a:r>
          </a:p>
          <a:p>
            <a:pPr lvl="1">
              <a:defRPr sz="1800"/>
            </a:pPr>
            <a:r>
              <a:t>API Gateway</a:t>
            </a:r>
          </a:p>
          <a:p>
            <a:pPr lvl="1">
              <a:defRPr sz="1800"/>
            </a:pPr>
            <a:r>
              <a:t>Go Gin Router / Transport Layer</a:t>
            </a:r>
          </a:p>
          <a:p>
            <a:pPr lvl="1">
              <a:defRPr sz="1800"/>
            </a:pPr>
            <a:r>
              <a:t>Controllers (Challan &amp; Calculator)</a:t>
            </a:r>
          </a:p>
          <a:p>
            <a:pPr lvl="1">
              <a:defRPr sz="1800"/>
            </a:pPr>
            <a:r>
              <a:t>Services (Domain Logic)</a:t>
            </a:r>
          </a:p>
          <a:p>
            <a:pPr lvl="1">
              <a:defRPr sz="1800"/>
            </a:pPr>
            <a:r>
              <a:t>Repositories (PostgreSQL &amp; Kafka Producers)</a:t>
            </a:r>
          </a:p>
          <a:p>
            <a:pPr>
              <a:defRPr sz="2000"/>
            </a:pPr>
            <a:r>
              <a:t>Eliminates hidden inter-dependencies found in legacy Java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Database ER Model &amp; Translations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Shifted from Java's Hibernate (JPA) to explicit Go sqlx mapping</a:t>
            </a:r>
          </a:p>
          <a:p>
            <a:pPr>
              <a:defRPr sz="2000"/>
            </a:pPr>
            <a:r>
              <a:t>Uses explicit rowmapper functions to ensure zero reflection-based performance hits</a:t>
            </a:r>
          </a:p>
          <a:p>
            <a:pPr>
              <a:defRPr sz="2000"/>
            </a:pPr>
            <a:r>
              <a:t>Data Dictionary Translation:</a:t>
            </a:r>
          </a:p>
          <a:p>
            <a:pPr lvl="1">
              <a:defRPr sz="1800"/>
            </a:pPr>
            <a:r>
              <a:t>Challan.java -&gt; domain.Challan -&gt; eg_echallan</a:t>
            </a:r>
          </a:p>
          <a:p>
            <a:pPr lvl="1">
              <a:defRPr sz="1800"/>
            </a:pPr>
            <a:r>
              <a:t>ChallanDescription.java -&gt; domain.ChallanDescription -&gt; eg_echallan_desc</a:t>
            </a:r>
          </a:p>
          <a:p>
            <a:pPr lvl="1">
              <a:defRPr sz="1800"/>
            </a:pPr>
            <a:r>
              <a:t>FileStore.java -&gt; domain.FileStore -&gt; eg_echallan_filestoreid</a:t>
            </a:r>
          </a:p>
          <a:p>
            <a:pPr lvl="1">
              <a:defRPr sz="1800"/>
            </a:pPr>
            <a:r>
              <a:t>Receipt.java -&gt; domain.Receipt -&gt; eg_echallan_receipt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Asynchronous Data Flow &amp;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Implementation of the DIGIT-OSS 'Persister Pattern'</a:t>
            </a:r>
          </a:p>
          <a:p>
            <a:pPr>
              <a:defRPr sz="2000"/>
            </a:pPr>
            <a:r>
              <a:t>Go services produce events to Kafka, consumed by egov-persister for async data storage</a:t>
            </a:r>
          </a:p>
          <a:p>
            <a:pPr>
              <a:defRPr sz="2000"/>
            </a:pPr>
            <a:r>
              <a:t>Kafka Topic Parity established:</a:t>
            </a:r>
          </a:p>
          <a:p>
            <a:pPr lvl="1">
              <a:defRPr sz="1800"/>
            </a:pPr>
            <a:r>
              <a:t>Create Challan -&gt; egov.echallan.create</a:t>
            </a:r>
          </a:p>
          <a:p>
            <a:pPr lvl="1">
              <a:defRPr sz="1800"/>
            </a:pPr>
            <a:r>
              <a:t>Update Challan -&gt; egov.echallan.update</a:t>
            </a:r>
          </a:p>
          <a:p>
            <a:pPr lvl="1">
              <a:defRPr sz="1800"/>
            </a:pPr>
            <a:r>
              <a:t>Payment Update -&gt; egov.collection.payment-create</a:t>
            </a:r>
          </a:p>
          <a:p>
            <a:pPr>
              <a:defRPr sz="2000"/>
            </a:pPr>
            <a:r>
              <a:t>Ensures seamless integration with existing DIGIT downstream consumers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API Contracts &amp; Endpoint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Maintained absolute contract parity to ensure no APIs are orphaned</a:t>
            </a:r>
          </a:p>
          <a:p>
            <a:pPr>
              <a:defRPr sz="2000"/>
            </a:pPr>
            <a:r>
              <a:t>Successfully migrated Spring Boot @PostMapping to Gin router.POST</a:t>
            </a:r>
          </a:p>
          <a:p>
            <a:pPr>
              <a:defRPr sz="2000"/>
            </a:pPr>
            <a:r>
              <a:t>Endpoints Migrated &amp; Verified:</a:t>
            </a:r>
          </a:p>
          <a:p>
            <a:pPr lvl="1">
              <a:defRPr sz="1800"/>
            </a:pPr>
            <a:r>
              <a:t>POST /_create</a:t>
            </a:r>
          </a:p>
          <a:p>
            <a:pPr lvl="1">
              <a:defRPr sz="1800"/>
            </a:pPr>
            <a:r>
              <a:t>POST /_search</a:t>
            </a:r>
          </a:p>
          <a:p>
            <a:pPr lvl="1">
              <a:defRPr sz="1800"/>
            </a:pPr>
            <a:r>
              <a:t>POST /_update</a:t>
            </a:r>
          </a:p>
          <a:p>
            <a:pPr lvl="1">
              <a:defRPr sz="1800"/>
            </a:pPr>
            <a:r>
              <a:t>POST /_calculate</a:t>
            </a:r>
          </a:p>
          <a:p>
            <a:pPr lvl="1">
              <a:defRPr sz="1800"/>
            </a:pPr>
            <a:r>
              <a:t>POST /_getbill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Domain Logic &amp; Edge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Formula Implementations:</a:t>
            </a:r>
          </a:p>
          <a:p>
            <a:pPr lvl="1">
              <a:defRPr sz="1800"/>
            </a:pPr>
            <a:r>
              <a:t>Strict boundary checks for late payment penalties and early payment rebates based on tax period timestamps</a:t>
            </a:r>
          </a:p>
          <a:p>
            <a:pPr>
              <a:defRPr sz="2000"/>
            </a:pPr>
            <a:r>
              <a:t>MDMS Integrations:</a:t>
            </a:r>
          </a:p>
          <a:p>
            <a:pPr lvl="1">
              <a:defRPr sz="1800"/>
            </a:pPr>
            <a:r>
              <a:t>Dynamic mdms-v2 queries for taxHeadMaster, with seamless failover for misconfigured master data</a:t>
            </a:r>
          </a:p>
          <a:p>
            <a:pPr>
              <a:defRPr sz="2000"/>
            </a:pPr>
            <a:r>
              <a:t>Edge Case Resilience:</a:t>
            </a:r>
          </a:p>
          <a:p>
            <a:pPr lvl="1">
              <a:defRPr sz="1800"/>
            </a:pPr>
            <a:r>
              <a:t>DoS Protection: Extremely large upstream JSON payloads blocked via io.LimitReader (10MB cap) instead of OOM crashes</a:t>
            </a:r>
          </a:p>
          <a:p>
            <a:pPr lvl="1">
              <a:defRPr sz="1800"/>
            </a:pPr>
            <a:r>
              <a:t>Nil Pointer Handling: Caught safely by Go panic recovery &amp; validator layer, returning 400 Bad Request instead of 500 Internal Server 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Quality Assurance &amp; 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Migration certified complete based on strict UGT compliance checklist:</a:t>
            </a:r>
          </a:p>
          <a:p>
            <a:pPr lvl="1">
              <a:defRPr sz="1800"/>
            </a:pPr>
            <a:r>
              <a:t>'Swap and Test' Parity: Go pod successfully replaces legacy Java pod locally</a:t>
            </a:r>
          </a:p>
          <a:p>
            <a:pPr lvl="1">
              <a:defRPr sz="1800"/>
            </a:pPr>
            <a:r>
              <a:t>Code Structure Compliance: Adheres to Go layered architecture (cmd, configs, internal, pkg)</a:t>
            </a:r>
          </a:p>
          <a:p>
            <a:pPr lvl="1">
              <a:defRPr sz="1800"/>
            </a:pPr>
            <a:r>
              <a:t>API Contracts Updated: Postman collections included in both microservices</a:t>
            </a:r>
          </a:p>
          <a:p>
            <a:pPr lvl="1">
              <a:defRPr sz="1800"/>
            </a:pPr>
            <a:r>
              <a:t>CI/CD Enforced: GitHub Actions pipeline with golangci-lint, workspaces, and global Makefile</a:t>
            </a:r>
          </a:p>
          <a:p>
            <a:pPr lvl="1">
              <a:defRPr sz="1800"/>
            </a:pPr>
            <a:r>
              <a:t>Documentation Complete: Engineering report fully populated with edge-case resolutions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